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FB349-F805-4D07-B7D2-74C9379466C3}" type="datetimeFigureOut">
              <a:rPr lang="ru-RU" smtClean="0"/>
              <a:t>08.06.2022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98C05-1BC9-4D51-9191-B189EE8C9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831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98C05-1BC9-4D51-9191-B189EE8C96B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9481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B4C71EC6-210F-42DE-9C53-41977AD35B3D}" type="datetimeFigureOut">
              <a:rPr lang="ru-RU" smtClean="0"/>
              <a:pPr/>
              <a:t>08.06.2022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08.06.2022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08.06.2022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08.06.2022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08.06.2022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08.06.2022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08.06.2022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B4C71EC6-210F-42DE-9C53-41977AD35B3D}" type="datetimeFigureOut">
              <a:rPr lang="ru-RU" smtClean="0"/>
              <a:pPr/>
              <a:t>08.06.2022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B4C71EC6-210F-42DE-9C53-41977AD35B3D}" type="datetimeFigureOut">
              <a:rPr lang="ru-RU" smtClean="0"/>
              <a:pPr/>
              <a:t>08.06.2022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08.06.2022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08.06.2022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B4C71EC6-210F-42DE-9C53-41977AD35B3D}" type="datetimeFigureOut">
              <a:rPr lang="ru-RU" smtClean="0"/>
              <a:pPr/>
              <a:t>08.06.2022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ru/" TargetMode="External"/><Relationship Id="rId2" Type="http://schemas.openxmlformats.org/officeDocument/2006/relationships/hyperlink" Target="http://htmlbook.ru/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u.wikipedia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99592" y="908720"/>
            <a:ext cx="7128792" cy="720080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ГБПОУ АО «Астраханский колледж вычислительной техники»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75656" y="1772816"/>
            <a:ext cx="6400800" cy="3600400"/>
          </a:xfrm>
        </p:spPr>
        <p:txBody>
          <a:bodyPr>
            <a:noAutofit/>
          </a:bodyPr>
          <a:lstStyle/>
          <a:p>
            <a:endParaRPr lang="ru-RU" sz="18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</a:t>
            </a:r>
          </a:p>
          <a:p>
            <a:r>
              <a:rPr lang="ru-RU" sz="18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Тема «</a:t>
            </a:r>
            <a:r>
              <a:rPr lang="ru-RU" sz="1800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Простота входа в Веб-Разработку</a:t>
            </a:r>
            <a:r>
              <a:rPr lang="ru-RU" sz="18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</a:p>
          <a:p>
            <a:endParaRPr lang="ru-RU" sz="18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18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гр. </a:t>
            </a:r>
          </a:p>
          <a:p>
            <a:pPr algn="r"/>
            <a:r>
              <a:rPr lang="ru-RU" sz="18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ФИО</a:t>
            </a:r>
          </a:p>
          <a:p>
            <a:endParaRPr lang="ru-RU" sz="18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Астрахань, 2022</a:t>
            </a:r>
          </a:p>
        </p:txBody>
      </p:sp>
    </p:spTree>
    <p:extLst>
      <p:ext uri="{BB962C8B-B14F-4D97-AF65-F5344CB8AC3E}">
        <p14:creationId xmlns:p14="http://schemas.microsoft.com/office/powerpoint/2010/main" val="1252694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040AF9-DDCB-A661-1D3F-26687D171DF5}"/>
              </a:ext>
            </a:extLst>
          </p:cNvPr>
          <p:cNvSpPr txBox="1"/>
          <p:nvPr/>
        </p:nvSpPr>
        <p:spPr>
          <a:xfrm>
            <a:off x="899592" y="692696"/>
            <a:ext cx="7344816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5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  <a:r>
              <a:rPr lang="ru-RU" sz="15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Веб разработка пользуется огромным спросом в наше время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4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5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проекта:</a:t>
            </a:r>
            <a:r>
              <a:rPr lang="ru-RU" sz="14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Боязнь людей и непонимание с чего начать, желающих научиться программировать в веб стезе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400" dirty="0">
              <a:solidFill>
                <a:schemeClr val="bg2">
                  <a:lumMod val="2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500" b="1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Объект </a:t>
            </a:r>
            <a:r>
              <a:rPr lang="ru-RU" sz="15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проекта:</a:t>
            </a:r>
            <a:r>
              <a:rPr lang="en-US" sz="15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Человек и программирование</a:t>
            </a:r>
          </a:p>
          <a:p>
            <a:endParaRPr lang="ru-RU" sz="1500" b="1" dirty="0">
              <a:solidFill>
                <a:schemeClr val="bg2">
                  <a:lumMod val="2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5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Предмет</a:t>
            </a:r>
            <a:r>
              <a:rPr lang="ru-RU" sz="14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400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Изучение программирования</a:t>
            </a:r>
            <a:endParaRPr lang="ru-RU" sz="1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500" b="1" dirty="0">
              <a:solidFill>
                <a:schemeClr val="bg2">
                  <a:lumMod val="2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5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 проекта:</a:t>
            </a:r>
            <a:endParaRPr lang="ru-RU" sz="14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500" b="1" dirty="0">
              <a:solidFill>
                <a:schemeClr val="bg2">
                  <a:lumMod val="2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5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r>
              <a:rPr lang="ru-RU" sz="1500" b="1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5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500" b="1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  <a:p>
            <a:r>
              <a:rPr lang="ru-RU" sz="15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  <a:p>
            <a:endParaRPr lang="ru-RU" sz="15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500" b="1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Гипотеза</a:t>
            </a:r>
          </a:p>
          <a:p>
            <a:endParaRPr lang="ru-RU" sz="15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500" b="1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Тип проекта:</a:t>
            </a:r>
          </a:p>
          <a:p>
            <a:endParaRPr lang="ru-RU" sz="15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500" b="1" dirty="0">
                <a:solidFill>
                  <a:schemeClr val="bg2">
                    <a:lumMod val="2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Используемые технологии:</a:t>
            </a:r>
          </a:p>
          <a:p>
            <a:endParaRPr lang="ru-RU" sz="15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5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Продукт проекта:</a:t>
            </a:r>
            <a:endParaRPr lang="ru-RU" sz="1500" b="1" dirty="0">
              <a:solidFill>
                <a:schemeClr val="bg2">
                  <a:lumMod val="2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50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Краткое описание вашей работы, определения, фото, рисунки, диаграммы. </a:t>
            </a:r>
          </a:p>
          <a:p>
            <a:r>
              <a:rPr lang="ru-RU" dirty="0">
                <a:solidFill>
                  <a:srgbClr val="FF0000"/>
                </a:solidFill>
              </a:rPr>
              <a:t>Исследование</a:t>
            </a:r>
          </a:p>
        </p:txBody>
      </p:sp>
    </p:spTree>
    <p:extLst>
      <p:ext uri="{BB962C8B-B14F-4D97-AF65-F5344CB8AC3E}">
        <p14:creationId xmlns:p14="http://schemas.microsoft.com/office/powerpoint/2010/main" val="3021590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42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Список использованной литературы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Интернет-ресурс по основам языка HTML </a:t>
            </a:r>
            <a:r>
              <a:rPr lang="ru-RU" sz="17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http://htmlbook.ru/html</a:t>
            </a:r>
            <a:endParaRPr lang="ru-RU" sz="17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Интернет-ресурс по основам языка CSS </a:t>
            </a:r>
            <a:r>
              <a:rPr lang="ru-RU" sz="17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https://developer.mozilla.org/ru/</a:t>
            </a:r>
            <a:endParaRPr lang="ru-RU" sz="17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Интернет-ресурс </a:t>
            </a:r>
            <a:r>
              <a:rPr lang="en-US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Wikipedia </a:t>
            </a:r>
            <a:r>
              <a:rPr lang="en-US" sz="17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</a:t>
            </a:r>
            <a:r>
              <a:rPr lang="ru-RU" sz="17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://</a:t>
            </a:r>
            <a:r>
              <a:rPr lang="en-US" sz="17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ru</a:t>
            </a:r>
            <a:r>
              <a:rPr lang="ru-RU" sz="17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.</a:t>
            </a:r>
            <a:r>
              <a:rPr lang="en-US" sz="17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wikipedia</a:t>
            </a:r>
            <a:r>
              <a:rPr lang="ru-RU" sz="17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.</a:t>
            </a:r>
            <a:r>
              <a:rPr lang="en-US" sz="17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org</a:t>
            </a:r>
            <a:endParaRPr lang="ru-RU" sz="17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71748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нопка">
  <a:themeElements>
    <a:clrScheme name="Кнопка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Кнопка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нопк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28</TotalTime>
  <Words>139</Words>
  <Application>Microsoft Office PowerPoint</Application>
  <PresentationFormat>Экран (4:3)</PresentationFormat>
  <Paragraphs>42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3" baseType="lpstr">
      <vt:lpstr>Arial</vt:lpstr>
      <vt:lpstr>Brush Script MT</vt:lpstr>
      <vt:lpstr>Calibri</vt:lpstr>
      <vt:lpstr>Constantia</vt:lpstr>
      <vt:lpstr>Franklin Gothic Book</vt:lpstr>
      <vt:lpstr>Rage Italic</vt:lpstr>
      <vt:lpstr>Times New Roman</vt:lpstr>
      <vt:lpstr>Кнопка</vt:lpstr>
      <vt:lpstr>ГБПОУ АО «Астраханский колледж вычислительной техники»</vt:lpstr>
      <vt:lpstr>Презентация PowerPoint</vt:lpstr>
      <vt:lpstr>Презентация PowerPoint</vt:lpstr>
      <vt:lpstr>Заключение</vt:lpstr>
      <vt:lpstr>Список использованной литературы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ГБПОУ АО «Астраханский колледж вычислительной техники»</dc:title>
  <dc:creator>user</dc:creator>
  <cp:lastModifiedBy>Artem</cp:lastModifiedBy>
  <cp:revision>5</cp:revision>
  <dcterms:created xsi:type="dcterms:W3CDTF">2021-04-02T05:13:40Z</dcterms:created>
  <dcterms:modified xsi:type="dcterms:W3CDTF">2022-06-07T21:13:18Z</dcterms:modified>
</cp:coreProperties>
</file>